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65562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500" b="1" i="0">
                <a:solidFill>
                  <a:srgbClr val="14181D"/>
                </a:solidFill>
                <a:latin typeface="Segoe UI"/>
              </a:rPr>
              <a:t>Vetoed</a:t>
            </a:r>
            <a:r>
              <a:rPr sz="1500" b="0" i="0">
                <a:solidFill>
                  <a:srgbClr val="14181D"/>
                </a:solidFill>
                <a:latin typeface="Segoe UI"/>
              </a:rPr>
              <a:t> — an autonomous options agent where the AI is the least-trusted component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860" b="0" i="0">
                <a:solidFill>
                  <a:srgbClr val="47535E"/>
                </a:solidFill>
                <a:latin typeface="Segoe UI"/>
              </a:rPr>
              <a:t>Alpaca AI Trading Agents Hackathon · paper trading only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60" b="0" i="0">
                <a:solidFill>
                  <a:srgbClr val="0B6B5C"/>
                </a:solidFill>
                <a:latin typeface="Segoe UI"/>
              </a:rPr>
              <a:t>chong1120.github.io/Vetoed   ·   github.com/Chong1120/Vetoed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27048"/>
            <a:ext cx="6556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1" i="0">
                <a:solidFill>
                  <a:srgbClr val="0B6B5C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23644"/>
            <a:ext cx="6556248" cy="7620"/>
          </a:xfrm>
          <a:prstGeom prst="rect">
            <a:avLst/>
          </a:prstGeom>
          <a:solidFill>
            <a:srgbClr val="CF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92224"/>
            <a:ext cx="655624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0" i="0">
                <a:solidFill>
                  <a:srgbClr val="14181D"/>
                </a:solidFill>
                <a:latin typeface="Segoe UI"/>
              </a:rPr>
              <a:t>If a language model can pick the trade, choose the size and send the order, one hallucinated contract is a real loss — and you cannot unit-test a language model. You </a:t>
            </a:r>
            <a:r>
              <a:rPr sz="900" b="0" i="1">
                <a:solidFill>
                  <a:srgbClr val="14181D"/>
                </a:solidFill>
                <a:latin typeface="Segoe UI"/>
              </a:rPr>
              <a:t>can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 unit-test the code that decides whether to obey it. So in Vetoed the model's entire authority is this: </a:t>
            </a:r>
            <a:r>
              <a:rPr sz="900" b="1" i="0">
                <a:solidFill>
                  <a:srgbClr val="14181D"/>
                </a:solidFill>
                <a:latin typeface="Segoe UI"/>
              </a:rPr>
              <a:t>pick one item from a list it did not write.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89908"/>
            <a:ext cx="6556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1" i="0">
                <a:solidFill>
                  <a:srgbClr val="0B6B5C"/>
                </a:solidFill>
                <a:latin typeface="Segoe UI"/>
              </a:rPr>
              <a:t>What it trades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86504"/>
            <a:ext cx="6556248" cy="7620"/>
          </a:xfrm>
          <a:prstGeom prst="rect">
            <a:avLst/>
          </a:prstGeom>
          <a:solidFill>
            <a:srgbClr val="CF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55084"/>
            <a:ext cx="655624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0" i="0">
                <a:solidFill>
                  <a:srgbClr val="14181D"/>
                </a:solidFill>
                <a:latin typeface="Segoe UI"/>
              </a:rPr>
              <a:t>Defined-risk credit spreads on SPY, QQQ, IWM and AAPL. Two legs always, sent as one atomic multi-leg order, so the maximum loss is a known number before the order exists and a naked short is structurally impossible.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8352"/>
            <a:ext cx="6556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1" i="0">
                <a:solidFill>
                  <a:srgbClr val="0B6B5C"/>
                </a:solidFill>
                <a:latin typeface="Segoe UI"/>
              </a:rPr>
              <a:t>How the agent works — the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14948"/>
            <a:ext cx="6556248" cy="7620"/>
          </a:xfrm>
          <a:prstGeom prst="rect">
            <a:avLst/>
          </a:prstGeom>
          <a:solidFill>
            <a:srgbClr val="CF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83528"/>
            <a:ext cx="655624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1" i="0">
                <a:solidFill>
                  <a:srgbClr val="14181D"/>
                </a:solidFill>
                <a:latin typeface="Segoe UI"/>
              </a:rPr>
              <a:t>1.  Screen. 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A deterministic screener builds every valid spread from the live chain and prices each one twice through the same model, changing only the volatility input: 20-day realised against the market's implied. The gap is the premium being harvested, in dollars. Anything under $2.00 is discarded. This is our own model-derived measure, deliberately not the academic variance risk premium, which is defined and measured differently.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1" i="0">
                <a:solidFill>
                  <a:srgbClr val="14181D"/>
                </a:solidFill>
                <a:latin typeface="Segoe UI"/>
              </a:rPr>
              <a:t>2.  Select. 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The LLM picks one candidate from that shortlist. Its answer is validated against the list, so an invented contract is unexecutable, and the position size it suggests is discarded.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1" i="0">
                <a:solidFill>
                  <a:srgbClr val="14181D"/>
                </a:solidFill>
                <a:latin typeface="Segoe UI"/>
              </a:rPr>
              <a:t>3.  Gate. 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A deterministic risk module sizes the trade and can overrule the model at any confidence. Eight hard gates: 5% of equity per position, 25% across all, a 3% daily-loss halt, a 25-contract cap, plus liquidity, DTE, volatility and structural checks. Any one rejects the trade outright.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1" i="0">
                <a:solidFill>
                  <a:srgbClr val="14181D"/>
                </a:solidFill>
                <a:latin typeface="Segoe UI"/>
              </a:rPr>
              <a:t>4.  Execute. 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Orders go through Alpaca's own MCP server — the single write path in the system — as one atomic multi-leg order carrying a deterministic SHA-1 order ID, so a restart cannot open the same spread twice.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1" i="0">
                <a:solidFill>
                  <a:srgbClr val="14181D"/>
                </a:solidFill>
                <a:latin typeface="Segoe UI"/>
              </a:rPr>
              <a:t>5.  Reconcile. 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Every cycle re-reads positions and open orders from Alpaca, never from local state. The broker is the source of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93212"/>
            <a:ext cx="6556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1" i="0">
                <a:solidFill>
                  <a:srgbClr val="0B6B5C"/>
                </a:solidFill>
                <a:latin typeface="Segoe UI"/>
              </a:rPr>
              <a:t>How it uses Alpaca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89808"/>
            <a:ext cx="6556248" cy="7620"/>
          </a:xfrm>
          <a:prstGeom prst="rect">
            <a:avLst/>
          </a:prstGeom>
          <a:solidFill>
            <a:srgbClr val="CF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8388"/>
            <a:ext cx="655624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0" i="0">
                <a:solidFill>
                  <a:srgbClr val="14181D"/>
                </a:solidFill>
                <a:latin typeface="Segoe UI"/>
              </a:rPr>
              <a:t>Alpaca MCP server for all order placement; Alpaca options chain, Greeks and quotes for screening; Alpaca positions and orders for reconciliation; Alpaca's market clock to decide whether to trade at all. The process refuses to start unless ALPACA_PAPER_TRADE=true.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021656"/>
            <a:ext cx="6556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1" i="0">
                <a:solidFill>
                  <a:srgbClr val="0B6B5C"/>
                </a:solidFill>
                <a:latin typeface="Segoe UI"/>
              </a:rPr>
              <a:t>What the dashboard shows that most do not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7218252"/>
            <a:ext cx="6556248" cy="7620"/>
          </a:xfrm>
          <a:prstGeom prst="rect">
            <a:avLst/>
          </a:prstGeom>
          <a:solidFill>
            <a:srgbClr val="CF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7286832"/>
            <a:ext cx="655624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0" i="0">
                <a:solidFill>
                  <a:srgbClr val="14181D"/>
                </a:solidFill>
                <a:latin typeface="Segoe UI"/>
              </a:rPr>
              <a:t>Every rejection, by the reason that caused it. A typical cycle measures the chains and declines around 1,500 spreads — open interest below the liquidity floor, premium under ten cents, delta outside the band, edge under $2.00 — each reason counted and naming real contracts. Each position also carries a note the model writes from that position's journal entry, using figures quoted from the record; it is never allowed to calculate.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8118932"/>
            <a:ext cx="6556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1" i="0">
                <a:solidFill>
                  <a:srgbClr val="0B6B5C"/>
                </a:solidFill>
                <a:latin typeface="Segoe UI"/>
              </a:rPr>
              <a:t>Operating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8315528"/>
            <a:ext cx="6556248" cy="7620"/>
          </a:xfrm>
          <a:prstGeom prst="rect">
            <a:avLst/>
          </a:prstGeom>
          <a:solidFill>
            <a:srgbClr val="CF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8384108"/>
            <a:ext cx="655624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0" i="0">
                <a:solidFill>
                  <a:srgbClr val="14181D"/>
                </a:solidFill>
                <a:latin typeface="Segoe UI"/>
              </a:rPr>
              <a:t>Unattended on GitHub Actions, started by a Vercel cron: </a:t>
            </a:r>
            <a:r>
              <a:rPr sz="900" b="1" i="0">
                <a:solidFill>
                  <a:srgbClr val="14181D"/>
                </a:solidFill>
                <a:latin typeface="Segoe UI"/>
              </a:rPr>
              <a:t>148 cycles, 749 candidates screened, 12 orders sent — 1.6% of what it looked at.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 Currently 5 open spreads and 7 closed, −$406 realised on a $100,000 paper account. </a:t>
            </a:r>
            <a:r>
              <a:rPr sz="900" b="1" i="0">
                <a:solidFill>
                  <a:srgbClr val="14181D"/>
                </a:solidFill>
                <a:latin typeface="Segoe UI"/>
              </a:rPr>
              <a:t>242 tests</a:t>
            </a:r>
            <a:r>
              <a:rPr sz="900" b="0" i="0">
                <a:solidFill>
                  <a:srgbClr val="14181D"/>
                </a:solidFill>
                <a:latin typeface="Segoe UI"/>
              </a:rPr>
              <a:t>, most of them on the gates.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8947376"/>
            <a:ext cx="6556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1" i="0">
                <a:solidFill>
                  <a:srgbClr val="0B6B5C"/>
                </a:solidFill>
                <a:latin typeface="Segoe UI"/>
              </a:rPr>
              <a:t>What I am not claiming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9143972"/>
            <a:ext cx="6556248" cy="7620"/>
          </a:xfrm>
          <a:prstGeom prst="rect">
            <a:avLst/>
          </a:prstGeom>
          <a:solidFill>
            <a:srgbClr val="CF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9212552"/>
            <a:ext cx="655624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900" b="0" i="0">
                <a:solidFill>
                  <a:srgbClr val="14181D"/>
                </a:solidFill>
                <a:latin typeface="Segoe UI"/>
              </a:rPr>
              <a:t>Quotes are indicative, not exchange best bid and offer. Skew is not modelled. Twenty-day realised volatility is an estimator, not a forecast. Four correlated tickers is not real diversification. The exit thresholds are unvalidated. A contest week proves nothing about profitability — the research motivates the idea; it does not validate this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